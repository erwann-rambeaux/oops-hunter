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anrope Light"/>
      <p:regular r:id="rId13"/>
      <p:bold r:id="rId14"/>
    </p:embeddedFont>
    <p:embeddedFont>
      <p:font typeface="Manrope"/>
      <p:regular r:id="rId15"/>
      <p:bold r:id="rId16"/>
    </p:embeddedFont>
    <p:embeddedFont>
      <p:font typeface="Archivo Black"/>
      <p:bold r:id="rId17"/>
      <p:boldItalic r:id="rId18"/>
    </p:embeddedFont>
    <p:embeddedFont>
      <p:font typeface="Archivo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-bold.fntdata"/><Relationship Id="rId22" Type="http://schemas.openxmlformats.org/officeDocument/2006/relationships/font" Target="fonts/Archivo-boldItalic.fntdata"/><Relationship Id="rId21" Type="http://schemas.openxmlformats.org/officeDocument/2006/relationships/font" Target="fonts/Archivo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Light-regular.fntdata"/><Relationship Id="rId12" Type="http://schemas.openxmlformats.org/officeDocument/2006/relationships/slide" Target="slides/slide7.xml"/><Relationship Id="rId15" Type="http://schemas.openxmlformats.org/officeDocument/2006/relationships/font" Target="fonts/Manrope-regular.fntdata"/><Relationship Id="rId14" Type="http://schemas.openxmlformats.org/officeDocument/2006/relationships/font" Target="fonts/ManropeLight-bold.fntdata"/><Relationship Id="rId17" Type="http://schemas.openxmlformats.org/officeDocument/2006/relationships/font" Target="fonts/ArchivoBlack-bold.fntdata"/><Relationship Id="rId16" Type="http://schemas.openxmlformats.org/officeDocument/2006/relationships/font" Target="fonts/Manrope-bold.fntdata"/><Relationship Id="rId19" Type="http://schemas.openxmlformats.org/officeDocument/2006/relationships/font" Target="fonts/Archivo-regular.fntdata"/><Relationship Id="rId18" Type="http://schemas.openxmlformats.org/officeDocument/2006/relationships/font" Target="fonts/Archivo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b589a6c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b589a6c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1b589a6c1d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1b589a6c1d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1b589a6c1d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1b589a6c1d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1bb61a878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1bb61a87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1bb61a87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1bb61a87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1b589a6c1d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1b589a6c1d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539500"/>
            <a:ext cx="4617000" cy="20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33575" y="1967892"/>
            <a:ext cx="3932700" cy="13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89425" y="539500"/>
            <a:ext cx="1046700" cy="1335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33575" y="3376700"/>
            <a:ext cx="27708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7" name="Google Shape;17;p3"/>
          <p:cNvGrpSpPr/>
          <p:nvPr/>
        </p:nvGrpSpPr>
        <p:grpSpPr>
          <a:xfrm>
            <a:off x="3660304" y="399825"/>
            <a:ext cx="1309796" cy="257750"/>
            <a:chOff x="-6337521" y="4362225"/>
            <a:chExt cx="1309796" cy="257750"/>
          </a:xfrm>
        </p:grpSpPr>
        <p:sp>
          <p:nvSpPr>
            <p:cNvPr id="18" name="Google Shape;18;p3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278025"/>
            <a:ext cx="4802100" cy="27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146E"/>
              </a:buClr>
              <a:buSzPts val="1400"/>
              <a:buFont typeface="Karla Medium"/>
              <a:buChar char="■"/>
              <a:defRPr/>
            </a:lvl9pPr>
          </a:lstStyle>
          <a:p/>
        </p:txBody>
      </p:sp>
      <p:grpSp>
        <p:nvGrpSpPr>
          <p:cNvPr id="31" name="Google Shape;31;p4"/>
          <p:cNvGrpSpPr/>
          <p:nvPr/>
        </p:nvGrpSpPr>
        <p:grpSpPr>
          <a:xfrm>
            <a:off x="6673904" y="-721526"/>
            <a:ext cx="2963295" cy="5493901"/>
            <a:chOff x="6673904" y="-721526"/>
            <a:chExt cx="2963295" cy="5493901"/>
          </a:xfrm>
        </p:grpSpPr>
        <p:grpSp>
          <p:nvGrpSpPr>
            <p:cNvPr id="32" name="Google Shape;32;p4"/>
            <p:cNvGrpSpPr/>
            <p:nvPr/>
          </p:nvGrpSpPr>
          <p:grpSpPr>
            <a:xfrm>
              <a:off x="7656465" y="-721526"/>
              <a:ext cx="1980734" cy="2320737"/>
              <a:chOff x="7656465" y="-721526"/>
              <a:chExt cx="1980734" cy="2320737"/>
            </a:xfrm>
          </p:grpSpPr>
          <p:sp>
            <p:nvSpPr>
              <p:cNvPr id="33" name="Google Shape;33;p4"/>
              <p:cNvSpPr/>
              <p:nvPr/>
            </p:nvSpPr>
            <p:spPr>
              <a:xfrm flipH="1" rot="-5400000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" name="Google Shape;34;p4"/>
              <p:cNvGrpSpPr/>
              <p:nvPr/>
            </p:nvGrpSpPr>
            <p:grpSpPr>
              <a:xfrm>
                <a:off x="7775873" y="-721526"/>
                <a:ext cx="1861326" cy="2320737"/>
                <a:chOff x="7515698" y="-897261"/>
                <a:chExt cx="1861326" cy="2320737"/>
              </a:xfrm>
            </p:grpSpPr>
            <p:sp>
              <p:nvSpPr>
                <p:cNvPr id="35" name="Google Shape;35;p4"/>
                <p:cNvSpPr/>
                <p:nvPr/>
              </p:nvSpPr>
              <p:spPr>
                <a:xfrm flipH="1" rot="2699366">
                  <a:off x="8302178" y="731953"/>
                  <a:ext cx="1150392" cy="26261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" name="Google Shape;36;p4"/>
                <p:cNvSpPr/>
                <p:nvPr/>
              </p:nvSpPr>
              <p:spPr>
                <a:xfrm>
                  <a:off x="7515698" y="113676"/>
                  <a:ext cx="1309800" cy="13098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lg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" name="Google Shape;37;p4"/>
                <p:cNvSpPr/>
                <p:nvPr/>
              </p:nvSpPr>
              <p:spPr>
                <a:xfrm flipH="1" rot="2699336">
                  <a:off x="7493659" y="-538486"/>
                  <a:ext cx="1098632" cy="20195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" name="Google Shape;38;p4"/>
              <p:cNvSpPr/>
              <p:nvPr/>
            </p:nvSpPr>
            <p:spPr>
              <a:xfrm rot="2700000">
                <a:off x="7588783" y="-172000"/>
                <a:ext cx="770464" cy="127703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p4"/>
            <p:cNvGrpSpPr/>
            <p:nvPr/>
          </p:nvGrpSpPr>
          <p:grpSpPr>
            <a:xfrm>
              <a:off x="6673904" y="4514625"/>
              <a:ext cx="1309796" cy="257750"/>
              <a:chOff x="-6337521" y="4362225"/>
              <a:chExt cx="1309796" cy="25775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5681399" y="3886250"/>
            <a:ext cx="27426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720000" y="3886250"/>
            <a:ext cx="27426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5681400" y="34563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720000" y="3456350"/>
            <a:ext cx="27426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6" name="Google Shape;56;p5"/>
          <p:cNvGrpSpPr/>
          <p:nvPr/>
        </p:nvGrpSpPr>
        <p:grpSpPr>
          <a:xfrm>
            <a:off x="7656465" y="-721526"/>
            <a:ext cx="1980734" cy="2320737"/>
            <a:chOff x="7656465" y="-721526"/>
            <a:chExt cx="1980734" cy="2320737"/>
          </a:xfrm>
        </p:grpSpPr>
        <p:sp>
          <p:nvSpPr>
            <p:cNvPr id="57" name="Google Shape;57;p5"/>
            <p:cNvSpPr/>
            <p:nvPr/>
          </p:nvSpPr>
          <p:spPr>
            <a:xfrm flipH="1" rot="-5400000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5"/>
            <p:cNvGrpSpPr/>
            <p:nvPr/>
          </p:nvGrpSpPr>
          <p:grpSpPr>
            <a:xfrm>
              <a:off x="7775873" y="-721526"/>
              <a:ext cx="1861326" cy="2320737"/>
              <a:chOff x="7515698" y="-897261"/>
              <a:chExt cx="1861326" cy="2320737"/>
            </a:xfrm>
          </p:grpSpPr>
          <p:sp>
            <p:nvSpPr>
              <p:cNvPr id="59" name="Google Shape;59;p5"/>
              <p:cNvSpPr/>
              <p:nvPr/>
            </p:nvSpPr>
            <p:spPr>
              <a:xfrm flipH="1" rot="2699366">
                <a:off x="8302178" y="731953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7515698" y="11367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 flipH="1" rot="2699336">
                <a:off x="7493659" y="-53848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" name="Google Shape;62;p5"/>
            <p:cNvSpPr/>
            <p:nvPr/>
          </p:nvSpPr>
          <p:spPr>
            <a:xfrm rot="2700000">
              <a:off x="7588783" y="-172000"/>
              <a:ext cx="770464" cy="127703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65" name="Google Shape;65;p6"/>
          <p:cNvGrpSpPr/>
          <p:nvPr/>
        </p:nvGrpSpPr>
        <p:grpSpPr>
          <a:xfrm flipH="1" rot="10800000">
            <a:off x="7267300" y="3761200"/>
            <a:ext cx="2456449" cy="1917411"/>
            <a:chOff x="7267300" y="-366311"/>
            <a:chExt cx="2456449" cy="1917411"/>
          </a:xfrm>
        </p:grpSpPr>
        <p:sp>
          <p:nvSpPr>
            <p:cNvPr id="66" name="Google Shape;66;p6"/>
            <p:cNvSpPr/>
            <p:nvPr/>
          </p:nvSpPr>
          <p:spPr>
            <a:xfrm flipH="1" rot="-5400000">
              <a:off x="7653475" y="-50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 flipH="1" rot="2699366">
              <a:off x="8648903" y="642478"/>
              <a:ext cx="1150392" cy="262619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719598" y="153426"/>
              <a:ext cx="1309800" cy="13098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flipH="1" rot="2699336">
              <a:off x="7177884" y="-7536"/>
              <a:ext cx="1098632" cy="20195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2" type="subTitle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74" name="Google Shape;74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76" name="Google Shape;76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87" name="Google Shape;87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713225" y="1488300"/>
            <a:ext cx="4684200" cy="216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8"/>
          <p:cNvSpPr/>
          <p:nvPr>
            <p:ph idx="2" type="pic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95" name="Google Shape;95;p8"/>
          <p:cNvGrpSpPr/>
          <p:nvPr/>
        </p:nvGrpSpPr>
        <p:grpSpPr>
          <a:xfrm>
            <a:off x="2669704" y="539500"/>
            <a:ext cx="1309796" cy="257750"/>
            <a:chOff x="-6337521" y="4362225"/>
            <a:chExt cx="1309796" cy="257750"/>
          </a:xfrm>
        </p:grpSpPr>
        <p:sp>
          <p:nvSpPr>
            <p:cNvPr id="96" name="Google Shape;96;p8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713225" y="1013500"/>
            <a:ext cx="4708200" cy="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8" name="Google Shape;108;p9"/>
          <p:cNvSpPr txBox="1"/>
          <p:nvPr>
            <p:ph idx="1" type="subTitle"/>
          </p:nvPr>
        </p:nvSpPr>
        <p:spPr>
          <a:xfrm>
            <a:off x="713225" y="1978000"/>
            <a:ext cx="4708200" cy="24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grpSp>
        <p:nvGrpSpPr>
          <p:cNvPr id="109" name="Google Shape;109;p9"/>
          <p:cNvGrpSpPr/>
          <p:nvPr/>
        </p:nvGrpSpPr>
        <p:grpSpPr>
          <a:xfrm>
            <a:off x="6687000" y="-259068"/>
            <a:ext cx="2948185" cy="5032319"/>
            <a:chOff x="6687000" y="-259068"/>
            <a:chExt cx="2948185" cy="5032319"/>
          </a:xfrm>
        </p:grpSpPr>
        <p:grpSp>
          <p:nvGrpSpPr>
            <p:cNvPr id="110" name="Google Shape;110;p9"/>
            <p:cNvGrpSpPr/>
            <p:nvPr/>
          </p:nvGrpSpPr>
          <p:grpSpPr>
            <a:xfrm flipH="1" rot="10800000">
              <a:off x="7260604" y="4515501"/>
              <a:ext cx="1309796" cy="257750"/>
              <a:chOff x="-6337521" y="4362225"/>
              <a:chExt cx="1309796" cy="257750"/>
            </a:xfrm>
          </p:grpSpPr>
          <p:sp>
            <p:nvSpPr>
              <p:cNvPr id="111" name="Google Shape;111;p9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9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9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9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9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9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9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9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9"/>
            <p:cNvGrpSpPr/>
            <p:nvPr/>
          </p:nvGrpSpPr>
          <p:grpSpPr>
            <a:xfrm>
              <a:off x="6687000" y="-259068"/>
              <a:ext cx="2948185" cy="2776688"/>
              <a:chOff x="6687000" y="-259068"/>
              <a:chExt cx="2948185" cy="2776688"/>
            </a:xfrm>
          </p:grpSpPr>
          <p:sp>
            <p:nvSpPr>
              <p:cNvPr id="122" name="Google Shape;122;p9"/>
              <p:cNvSpPr/>
              <p:nvPr/>
            </p:nvSpPr>
            <p:spPr>
              <a:xfrm rot="10800000">
                <a:off x="6687000" y="-15411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flipH="1" rot="-8100410">
                <a:off x="7946885" y="808032"/>
                <a:ext cx="1780000" cy="477721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9"/>
              <p:cNvSpPr/>
              <p:nvPr/>
            </p:nvSpPr>
            <p:spPr>
              <a:xfrm flipH="1" rot="-8100000">
                <a:off x="6857259" y="76294"/>
                <a:ext cx="996172" cy="11497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 flipH="1" rot="10800000">
                <a:off x="6962498" y="271638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flipH="1" rot="-8100410">
                <a:off x="7651509" y="1609528"/>
                <a:ext cx="1780000" cy="326683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>
            <p:ph idx="2" type="pic"/>
          </p:nvPr>
        </p:nvSpPr>
        <p:spPr>
          <a:xfrm>
            <a:off x="-75" y="-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hasCustomPrompt="1" type="title"/>
          </p:nvPr>
        </p:nvSpPr>
        <p:spPr>
          <a:xfrm>
            <a:off x="713225" y="1440025"/>
            <a:ext cx="4032900" cy="1080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2" name="Google Shape;132;p11"/>
          <p:cNvSpPr txBox="1"/>
          <p:nvPr>
            <p:ph idx="1" type="subTitle"/>
          </p:nvPr>
        </p:nvSpPr>
        <p:spPr>
          <a:xfrm>
            <a:off x="713225" y="2520575"/>
            <a:ext cx="28167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11"/>
          <p:cNvSpPr/>
          <p:nvPr>
            <p:ph idx="2" type="pic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34" name="Google Shape;134;p11"/>
          <p:cNvGrpSpPr/>
          <p:nvPr/>
        </p:nvGrpSpPr>
        <p:grpSpPr>
          <a:xfrm flipH="1" rot="10800000">
            <a:off x="3333904" y="4349289"/>
            <a:ext cx="1309796" cy="257750"/>
            <a:chOff x="-6337521" y="4362225"/>
            <a:chExt cx="1309796" cy="257750"/>
          </a:xfrm>
        </p:grpSpPr>
        <p:sp>
          <p:nvSpPr>
            <p:cNvPr id="135" name="Google Shape;135;p11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2" type="subTitle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idx="3" type="subTitle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4" type="subTitle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hasCustomPrompt="1" idx="5" type="title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/>
          <p:nvPr>
            <p:ph hasCustomPrompt="1" idx="6" type="title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hasCustomPrompt="1" idx="7" type="title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/>
          <p:nvPr>
            <p:ph hasCustomPrompt="1" idx="8" type="title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idx="9" type="subTitle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13" type="subTitle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idx="14" type="subTitle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" name="Google Shape;159;p13"/>
          <p:cNvSpPr txBox="1"/>
          <p:nvPr>
            <p:ph idx="15" type="subTitle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60" name="Google Shape;160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61" name="Google Shape;161;p13"/>
            <p:cNvSpPr/>
            <p:nvPr/>
          </p:nvSpPr>
          <p:spPr>
            <a:xfrm flipH="1" rot="-5400000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63" name="Google Shape;163;p13"/>
              <p:cNvSpPr/>
              <p:nvPr/>
            </p:nvSpPr>
            <p:spPr>
              <a:xfrm flipH="1" rot="2699366">
                <a:off x="8496503" y="4900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" name="Google Shape;166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713225" y="4090900"/>
            <a:ext cx="4620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9" name="Google Shape;169;p14"/>
          <p:cNvSpPr txBox="1"/>
          <p:nvPr>
            <p:ph idx="1" type="subTitle"/>
          </p:nvPr>
        </p:nvSpPr>
        <p:spPr>
          <a:xfrm>
            <a:off x="713225" y="1207500"/>
            <a:ext cx="4620900" cy="27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70" name="Google Shape;170;p14"/>
          <p:cNvGrpSpPr/>
          <p:nvPr/>
        </p:nvGrpSpPr>
        <p:grpSpPr>
          <a:xfrm>
            <a:off x="6011304" y="4511176"/>
            <a:ext cx="1309796" cy="257750"/>
            <a:chOff x="-6337521" y="4362225"/>
            <a:chExt cx="1309796" cy="257750"/>
          </a:xfrm>
        </p:grpSpPr>
        <p:sp>
          <p:nvSpPr>
            <p:cNvPr id="171" name="Google Shape;171;p1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0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3" name="Google Shape;183;p15"/>
          <p:cNvSpPr txBox="1"/>
          <p:nvPr>
            <p:ph idx="1" type="subTitle"/>
          </p:nvPr>
        </p:nvSpPr>
        <p:spPr>
          <a:xfrm>
            <a:off x="720000" y="370488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5"/>
          <p:cNvSpPr txBox="1"/>
          <p:nvPr>
            <p:ph idx="2" type="subTitle"/>
          </p:nvPr>
        </p:nvSpPr>
        <p:spPr>
          <a:xfrm>
            <a:off x="3266724" y="370488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5"/>
          <p:cNvSpPr txBox="1"/>
          <p:nvPr>
            <p:ph idx="3" type="subTitle"/>
          </p:nvPr>
        </p:nvSpPr>
        <p:spPr>
          <a:xfrm>
            <a:off x="5813447" y="370488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5"/>
          <p:cNvSpPr txBox="1"/>
          <p:nvPr>
            <p:ph hasCustomPrompt="1" idx="4" type="title"/>
          </p:nvPr>
        </p:nvSpPr>
        <p:spPr>
          <a:xfrm>
            <a:off x="1411575" y="1159325"/>
            <a:ext cx="7923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5"/>
          <p:cNvSpPr txBox="1"/>
          <p:nvPr>
            <p:ph hasCustomPrompt="1" idx="5" type="title"/>
          </p:nvPr>
        </p:nvSpPr>
        <p:spPr>
          <a:xfrm>
            <a:off x="3958225" y="1159325"/>
            <a:ext cx="7923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8" name="Google Shape;188;p15"/>
          <p:cNvSpPr txBox="1"/>
          <p:nvPr>
            <p:ph hasCustomPrompt="1" idx="6" type="title"/>
          </p:nvPr>
        </p:nvSpPr>
        <p:spPr>
          <a:xfrm>
            <a:off x="6504950" y="1159325"/>
            <a:ext cx="7923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9" name="Google Shape;189;p15"/>
          <p:cNvSpPr txBox="1"/>
          <p:nvPr>
            <p:ph idx="7" type="subTitle"/>
          </p:nvPr>
        </p:nvSpPr>
        <p:spPr>
          <a:xfrm>
            <a:off x="720000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8" type="subTitle"/>
          </p:nvPr>
        </p:nvSpPr>
        <p:spPr>
          <a:xfrm>
            <a:off x="3266722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9" type="subTitle"/>
          </p:nvPr>
        </p:nvSpPr>
        <p:spPr>
          <a:xfrm>
            <a:off x="5813450" y="3309275"/>
            <a:ext cx="21753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92" name="Google Shape;192;p15"/>
          <p:cNvGrpSpPr/>
          <p:nvPr/>
        </p:nvGrpSpPr>
        <p:grpSpPr>
          <a:xfrm>
            <a:off x="7286650" y="387525"/>
            <a:ext cx="2473299" cy="5140539"/>
            <a:chOff x="7286650" y="387525"/>
            <a:chExt cx="2473299" cy="5140539"/>
          </a:xfrm>
        </p:grpSpPr>
        <p:grpSp>
          <p:nvGrpSpPr>
            <p:cNvPr id="193" name="Google Shape;193;p15"/>
            <p:cNvGrpSpPr/>
            <p:nvPr/>
          </p:nvGrpSpPr>
          <p:grpSpPr>
            <a:xfrm flipH="1" rot="10800000">
              <a:off x="7286650" y="3448415"/>
              <a:ext cx="2473299" cy="2079649"/>
              <a:chOff x="7286650" y="-440676"/>
              <a:chExt cx="2473299" cy="2079649"/>
            </a:xfrm>
          </p:grpSpPr>
          <p:sp>
            <p:nvSpPr>
              <p:cNvPr id="194" name="Google Shape;194;p15"/>
              <p:cNvSpPr/>
              <p:nvPr/>
            </p:nvSpPr>
            <p:spPr>
              <a:xfrm flipH="1" rot="-5400000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5" name="Google Shape;195;p15"/>
              <p:cNvGrpSpPr/>
              <p:nvPr/>
            </p:nvGrpSpPr>
            <p:grpSpPr>
              <a:xfrm>
                <a:off x="7286650" y="-440676"/>
                <a:ext cx="2473299" cy="2079649"/>
                <a:chOff x="7026475" y="-616411"/>
                <a:chExt cx="2473299" cy="2079649"/>
              </a:xfrm>
            </p:grpSpPr>
            <p:sp>
              <p:nvSpPr>
                <p:cNvPr id="196" name="Google Shape;196;p15"/>
                <p:cNvSpPr/>
                <p:nvPr/>
              </p:nvSpPr>
              <p:spPr>
                <a:xfrm flipH="1" rot="2699366">
                  <a:off x="8424928" y="832428"/>
                  <a:ext cx="1150392" cy="26261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15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lg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5"/>
                <p:cNvSpPr/>
                <p:nvPr/>
              </p:nvSpPr>
              <p:spPr>
                <a:xfrm flipH="1" rot="2699336">
                  <a:off x="6937059" y="-257636"/>
                  <a:ext cx="1098632" cy="20195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9" name="Google Shape;199;p15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" name="Google Shape;200;p15"/>
            <p:cNvGrpSpPr/>
            <p:nvPr/>
          </p:nvGrpSpPr>
          <p:grpSpPr>
            <a:xfrm flipH="1" rot="10800000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01" name="Google Shape;201;p1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3" name="Google Shape;213;p16"/>
          <p:cNvSpPr txBox="1"/>
          <p:nvPr>
            <p:ph idx="1" type="subTitle"/>
          </p:nvPr>
        </p:nvSpPr>
        <p:spPr>
          <a:xfrm>
            <a:off x="5064125" y="2877325"/>
            <a:ext cx="27369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4" name="Google Shape;214;p16"/>
          <p:cNvSpPr txBox="1"/>
          <p:nvPr>
            <p:ph idx="2" type="subTitle"/>
          </p:nvPr>
        </p:nvSpPr>
        <p:spPr>
          <a:xfrm>
            <a:off x="1342985" y="2877325"/>
            <a:ext cx="2736900" cy="12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5" name="Google Shape;215;p16"/>
          <p:cNvSpPr txBox="1"/>
          <p:nvPr>
            <p:ph idx="3" type="subTitle"/>
          </p:nvPr>
        </p:nvSpPr>
        <p:spPr>
          <a:xfrm>
            <a:off x="5064125" y="2447425"/>
            <a:ext cx="27369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4" type="subTitle"/>
          </p:nvPr>
        </p:nvSpPr>
        <p:spPr>
          <a:xfrm>
            <a:off x="1342975" y="2447425"/>
            <a:ext cx="27369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17" name="Google Shape;217;p16"/>
          <p:cNvGrpSpPr/>
          <p:nvPr/>
        </p:nvGrpSpPr>
        <p:grpSpPr>
          <a:xfrm>
            <a:off x="7432804" y="387525"/>
            <a:ext cx="2398720" cy="5136986"/>
            <a:chOff x="7432804" y="387525"/>
            <a:chExt cx="2398720" cy="5136986"/>
          </a:xfrm>
        </p:grpSpPr>
        <p:grpSp>
          <p:nvGrpSpPr>
            <p:cNvPr id="218" name="Google Shape;218;p16"/>
            <p:cNvGrpSpPr/>
            <p:nvPr/>
          </p:nvGrpSpPr>
          <p:grpSpPr>
            <a:xfrm flipH="1" rot="10800000">
              <a:off x="7527475" y="3448427"/>
              <a:ext cx="2304049" cy="2076084"/>
              <a:chOff x="7527475" y="-437123"/>
              <a:chExt cx="2304049" cy="2076084"/>
            </a:xfrm>
          </p:grpSpPr>
          <p:sp>
            <p:nvSpPr>
              <p:cNvPr id="219" name="Google Shape;219;p16"/>
              <p:cNvSpPr/>
              <p:nvPr/>
            </p:nvSpPr>
            <p:spPr>
              <a:xfrm flipH="1" rot="-5400000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0" name="Google Shape;220;p16"/>
              <p:cNvGrpSpPr/>
              <p:nvPr/>
            </p:nvGrpSpPr>
            <p:grpSpPr>
              <a:xfrm>
                <a:off x="7527475" y="-190576"/>
                <a:ext cx="2304049" cy="1829537"/>
                <a:chOff x="7267300" y="-366311"/>
                <a:chExt cx="2304049" cy="1829537"/>
              </a:xfrm>
            </p:grpSpPr>
            <p:sp>
              <p:nvSpPr>
                <p:cNvPr id="221" name="Google Shape;221;p16"/>
                <p:cNvSpPr/>
                <p:nvPr/>
              </p:nvSpPr>
              <p:spPr>
                <a:xfrm flipH="1" rot="2699366">
                  <a:off x="8496503" y="490078"/>
                  <a:ext cx="1150392" cy="26261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" name="Google Shape;222;p16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lg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" name="Google Shape;223;p16"/>
                <p:cNvSpPr/>
                <p:nvPr/>
              </p:nvSpPr>
              <p:spPr>
                <a:xfrm flipH="1" rot="2699336">
                  <a:off x="7177884" y="-7536"/>
                  <a:ext cx="1098632" cy="20195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4" name="Google Shape;224;p16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" name="Google Shape;225;p16"/>
            <p:cNvGrpSpPr/>
            <p:nvPr/>
          </p:nvGrpSpPr>
          <p:grpSpPr>
            <a:xfrm flipH="1" rot="10800000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26" name="Google Shape;226;p1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8" name="Google Shape;238;p17"/>
          <p:cNvSpPr txBox="1"/>
          <p:nvPr>
            <p:ph idx="1" type="body"/>
          </p:nvPr>
        </p:nvSpPr>
        <p:spPr>
          <a:xfrm>
            <a:off x="720000" y="1326175"/>
            <a:ext cx="3812100" cy="32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 Light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9pPr>
          </a:lstStyle>
          <a:p/>
        </p:txBody>
      </p:sp>
      <p:sp>
        <p:nvSpPr>
          <p:cNvPr id="239" name="Google Shape;239;p17"/>
          <p:cNvSpPr txBox="1"/>
          <p:nvPr>
            <p:ph idx="2" type="body"/>
          </p:nvPr>
        </p:nvSpPr>
        <p:spPr>
          <a:xfrm>
            <a:off x="4618675" y="1326125"/>
            <a:ext cx="3812100" cy="32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■"/>
              <a:defRPr/>
            </a:lvl9pPr>
          </a:lstStyle>
          <a:p/>
        </p:txBody>
      </p:sp>
      <p:grpSp>
        <p:nvGrpSpPr>
          <p:cNvPr id="240" name="Google Shape;240;p17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241" name="Google Shape;241;p17"/>
            <p:cNvGrpSpPr/>
            <p:nvPr/>
          </p:nvGrpSpPr>
          <p:grpSpPr>
            <a:xfrm flipH="1" rot="10800000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42" name="Google Shape;242;p1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" name="Google Shape;252;p17"/>
            <p:cNvGrpSpPr/>
            <p:nvPr/>
          </p:nvGrpSpPr>
          <p:grpSpPr>
            <a:xfrm flipH="1" rot="10800000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253" name="Google Shape;253;p17"/>
              <p:cNvSpPr/>
              <p:nvPr/>
            </p:nvSpPr>
            <p:spPr>
              <a:xfrm flipH="1" rot="-5400000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 flipH="1" rot="2699366">
                <a:off x="8648903" y="6424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9" name="Google Shape;259;p18"/>
          <p:cNvSpPr txBox="1"/>
          <p:nvPr>
            <p:ph idx="1" type="subTitle"/>
          </p:nvPr>
        </p:nvSpPr>
        <p:spPr>
          <a:xfrm>
            <a:off x="937700" y="307712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8"/>
          <p:cNvSpPr txBox="1"/>
          <p:nvPr>
            <p:ph idx="2" type="subTitle"/>
          </p:nvPr>
        </p:nvSpPr>
        <p:spPr>
          <a:xfrm>
            <a:off x="3484421" y="307712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18"/>
          <p:cNvSpPr txBox="1"/>
          <p:nvPr>
            <p:ph idx="3" type="subTitle"/>
          </p:nvPr>
        </p:nvSpPr>
        <p:spPr>
          <a:xfrm>
            <a:off x="6031148" y="3077125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8"/>
          <p:cNvSpPr txBox="1"/>
          <p:nvPr>
            <p:ph idx="4" type="subTitle"/>
          </p:nvPr>
        </p:nvSpPr>
        <p:spPr>
          <a:xfrm>
            <a:off x="937625" y="2646325"/>
            <a:ext cx="21753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5" type="subTitle"/>
          </p:nvPr>
        </p:nvSpPr>
        <p:spPr>
          <a:xfrm>
            <a:off x="3484346" y="2646325"/>
            <a:ext cx="21753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4" name="Google Shape;264;p18"/>
          <p:cNvSpPr txBox="1"/>
          <p:nvPr>
            <p:ph idx="6" type="subTitle"/>
          </p:nvPr>
        </p:nvSpPr>
        <p:spPr>
          <a:xfrm>
            <a:off x="6031073" y="2646325"/>
            <a:ext cx="2175300" cy="43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65" name="Google Shape;265;p18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266" name="Google Shape;266;p18"/>
            <p:cNvSpPr/>
            <p:nvPr/>
          </p:nvSpPr>
          <p:spPr>
            <a:xfrm flipH="1" rot="-5400000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18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268" name="Google Shape;268;p18"/>
              <p:cNvSpPr/>
              <p:nvPr/>
            </p:nvSpPr>
            <p:spPr>
              <a:xfrm flipH="1" rot="2699366">
                <a:off x="8496503" y="4900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1" name="Google Shape;271;p18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18"/>
          <p:cNvGrpSpPr/>
          <p:nvPr/>
        </p:nvGrpSpPr>
        <p:grpSpPr>
          <a:xfrm>
            <a:off x="3917102" y="4514625"/>
            <a:ext cx="1309796" cy="257750"/>
            <a:chOff x="-6337521" y="4362225"/>
            <a:chExt cx="1309796" cy="257750"/>
          </a:xfrm>
        </p:grpSpPr>
        <p:sp>
          <p:nvSpPr>
            <p:cNvPr id="273" name="Google Shape;273;p18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5" name="Google Shape;285;p19"/>
          <p:cNvSpPr txBox="1"/>
          <p:nvPr>
            <p:ph idx="1" type="subTitle"/>
          </p:nvPr>
        </p:nvSpPr>
        <p:spPr>
          <a:xfrm>
            <a:off x="1668869" y="20016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5711722" y="20016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subTitle"/>
          </p:nvPr>
        </p:nvSpPr>
        <p:spPr>
          <a:xfrm>
            <a:off x="1668869" y="3325493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5711722" y="3325493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subTitle"/>
          </p:nvPr>
        </p:nvSpPr>
        <p:spPr>
          <a:xfrm>
            <a:off x="1668865" y="1610569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5711717" y="1610569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7" type="subTitle"/>
          </p:nvPr>
        </p:nvSpPr>
        <p:spPr>
          <a:xfrm>
            <a:off x="1668865" y="2935775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8" type="subTitle"/>
          </p:nvPr>
        </p:nvSpPr>
        <p:spPr>
          <a:xfrm>
            <a:off x="5711717" y="2935775"/>
            <a:ext cx="19782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93" name="Google Shape;293;p19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294" name="Google Shape;294;p19"/>
            <p:cNvSpPr/>
            <p:nvPr/>
          </p:nvSpPr>
          <p:spPr>
            <a:xfrm flipH="1" rot="-5400000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19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296" name="Google Shape;296;p19"/>
              <p:cNvSpPr/>
              <p:nvPr/>
            </p:nvSpPr>
            <p:spPr>
              <a:xfrm flipH="1" rot="2699366">
                <a:off x="8496503" y="4900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9" name="Google Shape;299;p19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3505627" y="4514625"/>
            <a:ext cx="1309796" cy="257750"/>
            <a:chOff x="-6337521" y="4362225"/>
            <a:chExt cx="1309796" cy="257750"/>
          </a:xfrm>
        </p:grpSpPr>
        <p:sp>
          <p:nvSpPr>
            <p:cNvPr id="301" name="Google Shape;301;p19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1" type="subTitle"/>
          </p:nvPr>
        </p:nvSpPr>
        <p:spPr>
          <a:xfrm>
            <a:off x="948775" y="2264101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2" type="subTitle"/>
          </p:nvPr>
        </p:nvSpPr>
        <p:spPr>
          <a:xfrm>
            <a:off x="3578947" y="2264101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3" type="subTitle"/>
          </p:nvPr>
        </p:nvSpPr>
        <p:spPr>
          <a:xfrm>
            <a:off x="948775" y="4013304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0"/>
          <p:cNvSpPr txBox="1"/>
          <p:nvPr>
            <p:ph idx="4" type="subTitle"/>
          </p:nvPr>
        </p:nvSpPr>
        <p:spPr>
          <a:xfrm>
            <a:off x="3578947" y="4013304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0"/>
          <p:cNvSpPr txBox="1"/>
          <p:nvPr>
            <p:ph idx="5" type="subTitle"/>
          </p:nvPr>
        </p:nvSpPr>
        <p:spPr>
          <a:xfrm>
            <a:off x="6209125" y="2264101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0"/>
          <p:cNvSpPr txBox="1"/>
          <p:nvPr>
            <p:ph idx="6" type="subTitle"/>
          </p:nvPr>
        </p:nvSpPr>
        <p:spPr>
          <a:xfrm>
            <a:off x="6209125" y="4013304"/>
            <a:ext cx="1986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0"/>
          <p:cNvSpPr txBox="1"/>
          <p:nvPr>
            <p:ph idx="7" type="subTitle"/>
          </p:nvPr>
        </p:nvSpPr>
        <p:spPr>
          <a:xfrm>
            <a:off x="948775" y="191286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8" type="subTitle"/>
          </p:nvPr>
        </p:nvSpPr>
        <p:spPr>
          <a:xfrm>
            <a:off x="3578949" y="191286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0"/>
          <p:cNvSpPr txBox="1"/>
          <p:nvPr>
            <p:ph idx="9" type="subTitle"/>
          </p:nvPr>
        </p:nvSpPr>
        <p:spPr>
          <a:xfrm>
            <a:off x="948775" y="3663804"/>
            <a:ext cx="19860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0"/>
          <p:cNvSpPr txBox="1"/>
          <p:nvPr>
            <p:ph idx="13" type="subTitle"/>
          </p:nvPr>
        </p:nvSpPr>
        <p:spPr>
          <a:xfrm>
            <a:off x="3578949" y="3663804"/>
            <a:ext cx="19860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0"/>
          <p:cNvSpPr txBox="1"/>
          <p:nvPr>
            <p:ph idx="14" type="subTitle"/>
          </p:nvPr>
        </p:nvSpPr>
        <p:spPr>
          <a:xfrm>
            <a:off x="6209125" y="191286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4" name="Google Shape;324;p20"/>
          <p:cNvSpPr txBox="1"/>
          <p:nvPr>
            <p:ph idx="15" type="subTitle"/>
          </p:nvPr>
        </p:nvSpPr>
        <p:spPr>
          <a:xfrm>
            <a:off x="6209125" y="3663804"/>
            <a:ext cx="1986000" cy="4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000">
                <a:latin typeface="Archivo"/>
                <a:ea typeface="Archivo"/>
                <a:cs typeface="Archivo"/>
                <a:sym typeface="Archivo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b="1" sz="22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25" name="Google Shape;325;p20"/>
          <p:cNvGrpSpPr/>
          <p:nvPr/>
        </p:nvGrpSpPr>
        <p:grpSpPr>
          <a:xfrm>
            <a:off x="7656465" y="-721526"/>
            <a:ext cx="1980734" cy="2320737"/>
            <a:chOff x="7656465" y="-721526"/>
            <a:chExt cx="1980734" cy="2320737"/>
          </a:xfrm>
        </p:grpSpPr>
        <p:sp>
          <p:nvSpPr>
            <p:cNvPr id="326" name="Google Shape;326;p20"/>
            <p:cNvSpPr/>
            <p:nvPr/>
          </p:nvSpPr>
          <p:spPr>
            <a:xfrm flipH="1" rot="-5400000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20"/>
            <p:cNvGrpSpPr/>
            <p:nvPr/>
          </p:nvGrpSpPr>
          <p:grpSpPr>
            <a:xfrm>
              <a:off x="7775873" y="-721526"/>
              <a:ext cx="1861326" cy="2320737"/>
              <a:chOff x="7515698" y="-897261"/>
              <a:chExt cx="1861326" cy="2320737"/>
            </a:xfrm>
          </p:grpSpPr>
          <p:sp>
            <p:nvSpPr>
              <p:cNvPr id="328" name="Google Shape;328;p20"/>
              <p:cNvSpPr/>
              <p:nvPr/>
            </p:nvSpPr>
            <p:spPr>
              <a:xfrm flipH="1" rot="2699366">
                <a:off x="8302178" y="731953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>
                <a:off x="7515698" y="11367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 flipH="1" rot="2699336">
                <a:off x="7493659" y="-53848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1" name="Google Shape;331;p20"/>
            <p:cNvSpPr/>
            <p:nvPr/>
          </p:nvSpPr>
          <p:spPr>
            <a:xfrm rot="2700000">
              <a:off x="7588783" y="-172000"/>
              <a:ext cx="770464" cy="127703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334" name="Google Shape;334;p21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335" name="Google Shape;335;p21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336" name="Google Shape;336;p21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6" name="Google Shape;346;p21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347" name="Google Shape;347;p21"/>
              <p:cNvSpPr/>
              <p:nvPr/>
            </p:nvSpPr>
            <p:spPr>
              <a:xfrm flipH="1" rot="-5400000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1"/>
              <p:cNvSpPr/>
              <p:nvPr/>
            </p:nvSpPr>
            <p:spPr>
              <a:xfrm flipH="1" rot="2699366">
                <a:off x="8648903" y="6424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/>
          <p:nvPr>
            <p:ph type="title"/>
          </p:nvPr>
        </p:nvSpPr>
        <p:spPr>
          <a:xfrm>
            <a:off x="720000" y="865625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3" name="Google Shape;353;p22"/>
          <p:cNvSpPr txBox="1"/>
          <p:nvPr>
            <p:ph idx="1" type="subTitle"/>
          </p:nvPr>
        </p:nvSpPr>
        <p:spPr>
          <a:xfrm>
            <a:off x="720000" y="3259975"/>
            <a:ext cx="35196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2"/>
          <p:cNvSpPr/>
          <p:nvPr>
            <p:ph idx="2" type="pic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55" name="Google Shape;355;p22"/>
          <p:cNvGrpSpPr/>
          <p:nvPr/>
        </p:nvGrpSpPr>
        <p:grpSpPr>
          <a:xfrm flipH="1" rot="10800000">
            <a:off x="5362579" y="4349289"/>
            <a:ext cx="1309796" cy="257750"/>
            <a:chOff x="-6337521" y="4362225"/>
            <a:chExt cx="1309796" cy="257750"/>
          </a:xfrm>
        </p:grpSpPr>
        <p:sp>
          <p:nvSpPr>
            <p:cNvPr id="356" name="Google Shape;356;p22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/>
          <p:nvPr>
            <p:ph type="title"/>
          </p:nvPr>
        </p:nvSpPr>
        <p:spPr>
          <a:xfrm>
            <a:off x="720000" y="1476950"/>
            <a:ext cx="3045900" cy="7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8" name="Google Shape;368;p23"/>
          <p:cNvSpPr txBox="1"/>
          <p:nvPr>
            <p:ph idx="1" type="subTitle"/>
          </p:nvPr>
        </p:nvSpPr>
        <p:spPr>
          <a:xfrm>
            <a:off x="720000" y="2183225"/>
            <a:ext cx="30459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9" name="Google Shape;369;p23"/>
          <p:cNvGrpSpPr/>
          <p:nvPr/>
        </p:nvGrpSpPr>
        <p:grpSpPr>
          <a:xfrm flipH="1" rot="10800000">
            <a:off x="5173104" y="269054"/>
            <a:ext cx="1309796" cy="257750"/>
            <a:chOff x="-6337521" y="4362225"/>
            <a:chExt cx="1309796" cy="257750"/>
          </a:xfrm>
        </p:grpSpPr>
        <p:sp>
          <p:nvSpPr>
            <p:cNvPr id="370" name="Google Shape;370;p23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"/>
          <p:cNvSpPr txBox="1"/>
          <p:nvPr>
            <p:ph type="title"/>
          </p:nvPr>
        </p:nvSpPr>
        <p:spPr>
          <a:xfrm>
            <a:off x="713225" y="5395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82" name="Google Shape;382;p24"/>
          <p:cNvSpPr txBox="1"/>
          <p:nvPr>
            <p:ph idx="1" type="subTitle"/>
          </p:nvPr>
        </p:nvSpPr>
        <p:spPr>
          <a:xfrm>
            <a:off x="713225" y="179737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4"/>
          <p:cNvSpPr/>
          <p:nvPr>
            <p:ph idx="2" type="pic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84" name="Google Shape;384;p24"/>
          <p:cNvGrpSpPr/>
          <p:nvPr/>
        </p:nvGrpSpPr>
        <p:grpSpPr>
          <a:xfrm>
            <a:off x="5143404" y="399825"/>
            <a:ext cx="1309796" cy="257750"/>
            <a:chOff x="-6337521" y="4362225"/>
            <a:chExt cx="1309796" cy="257750"/>
          </a:xfrm>
        </p:grpSpPr>
        <p:sp>
          <p:nvSpPr>
            <p:cNvPr id="385" name="Google Shape;385;p2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24"/>
          <p:cNvSpPr txBox="1"/>
          <p:nvPr/>
        </p:nvSpPr>
        <p:spPr>
          <a:xfrm>
            <a:off x="713225" y="3644075"/>
            <a:ext cx="36051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</a:t>
            </a:r>
            <a:r>
              <a:rPr lang="fr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This presentation template was created by </a:t>
            </a:r>
            <a:r>
              <a:rPr b="1" lang="fr" sz="1000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2"/>
              </a:rPr>
              <a:t>Slidesgo</a:t>
            </a:r>
            <a:r>
              <a:rPr lang="fr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 by </a:t>
            </a:r>
            <a:r>
              <a:rPr b="1" lang="fr" sz="10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infographics &amp; images by </a:t>
            </a:r>
            <a:r>
              <a:rPr b="1" lang="fr" sz="10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0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b="1" sz="1000"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398" name="Google Shape;398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399" name="Google Shape;399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9" name="Google Shape;409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10" name="Google Shape;410;p25"/>
              <p:cNvSpPr/>
              <p:nvPr/>
            </p:nvSpPr>
            <p:spPr>
              <a:xfrm flipH="1" rot="-5400000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5"/>
              <p:cNvSpPr/>
              <p:nvPr/>
            </p:nvSpPr>
            <p:spPr>
              <a:xfrm flipH="1" rot="2699366">
                <a:off x="8648903" y="6424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16" name="Google Shape;416;p26"/>
            <p:cNvGrpSpPr/>
            <p:nvPr/>
          </p:nvGrpSpPr>
          <p:grpSpPr>
            <a:xfrm flipH="1" rot="10800000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17" name="Google Shape;417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" name="Google Shape;427;p26"/>
            <p:cNvGrpSpPr/>
            <p:nvPr/>
          </p:nvGrpSpPr>
          <p:grpSpPr>
            <a:xfrm flipH="1" rot="10800000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28" name="Google Shape;428;p26"/>
              <p:cNvSpPr/>
              <p:nvPr/>
            </p:nvSpPr>
            <p:spPr>
              <a:xfrm flipH="1" rot="-5400000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 flipH="1" rot="2699366">
                <a:off x="8648903" y="642478"/>
                <a:ext cx="1150392" cy="262619"/>
              </a:xfrm>
              <a:prstGeom prst="roundRect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lg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 flipH="1" rot="2699336">
                <a:off x="7177884" y="-7536"/>
                <a:ext cx="1098632" cy="201950"/>
              </a:xfrm>
              <a:prstGeom prst="round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1">
  <p:cSld name="TITLE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4" name="Google Shape;43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5" name="Google Shape;4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/>
          <p:nvPr>
            <p:ph type="ctrTitle"/>
          </p:nvPr>
        </p:nvSpPr>
        <p:spPr>
          <a:xfrm>
            <a:off x="234533" y="12013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#29</a:t>
            </a:r>
            <a:endParaRPr/>
          </a:p>
        </p:txBody>
      </p:sp>
      <p:sp>
        <p:nvSpPr>
          <p:cNvPr id="441" name="Google Shape;441;p28"/>
          <p:cNvSpPr txBox="1"/>
          <p:nvPr>
            <p:ph idx="1" type="subTitle"/>
          </p:nvPr>
        </p:nvSpPr>
        <p:spPr>
          <a:xfrm>
            <a:off x="234525" y="2834125"/>
            <a:ext cx="85977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initiale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rgbClr val="000000"/>
                </a:solidFill>
                <a:latin typeface="Manrope Light"/>
                <a:ea typeface="Manrope Light"/>
                <a:cs typeface="Manrope Light"/>
                <a:sym typeface="Manrope Light"/>
              </a:rPr>
              <a:t>ALLOMBERT-BLAISE Oscar - GODAIL-FABRIZIO Giuliana - KAMAL JIT Navjit - RAMBEAUX Erwann</a:t>
            </a:r>
            <a:r>
              <a:rPr lang="fr"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endParaRPr/>
          </a:p>
        </p:txBody>
      </p:sp>
      <p:sp>
        <p:nvSpPr>
          <p:cNvPr id="442" name="Google Shape;442;p28"/>
          <p:cNvSpPr txBox="1"/>
          <p:nvPr/>
        </p:nvSpPr>
        <p:spPr>
          <a:xfrm>
            <a:off x="1119450" y="2186550"/>
            <a:ext cx="69051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Développement d'une application web pour la détection de fuite de données sensibles</a:t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 txBox="1"/>
          <p:nvPr>
            <p:ph type="title"/>
          </p:nvPr>
        </p:nvSpPr>
        <p:spPr>
          <a:xfrm>
            <a:off x="0" y="140225"/>
            <a:ext cx="914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 E/A de la base de données</a:t>
            </a:r>
            <a:endParaRPr/>
          </a:p>
        </p:txBody>
      </p:sp>
      <p:pic>
        <p:nvPicPr>
          <p:cNvPr id="448" name="Google Shape;448;p29"/>
          <p:cNvPicPr preferRelativeResize="0"/>
          <p:nvPr/>
        </p:nvPicPr>
        <p:blipFill rotWithShape="1">
          <a:blip r:embed="rId3">
            <a:alphaModFix/>
          </a:blip>
          <a:srcRect b="79" l="0" r="0" t="79"/>
          <a:stretch/>
        </p:blipFill>
        <p:spPr>
          <a:xfrm>
            <a:off x="1135799" y="810450"/>
            <a:ext cx="6872402" cy="3969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 txBox="1"/>
          <p:nvPr/>
        </p:nvSpPr>
        <p:spPr>
          <a:xfrm>
            <a:off x="0" y="1070825"/>
            <a:ext cx="9144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DOCUMENT </a:t>
            </a:r>
            <a:r>
              <a:rPr lang="fr" sz="1000"/>
              <a:t>= (</a:t>
            </a:r>
            <a:r>
              <a:rPr b="1" lang="fr" sz="1000" u="sng"/>
              <a:t>id_document</a:t>
            </a:r>
            <a:r>
              <a:rPr lang="fr" sz="1000"/>
              <a:t> INT, title VARCHAR(50), path VARCHAR(50), type VARCHAR(50), date_creation </a:t>
            </a:r>
            <a:r>
              <a:rPr lang="fr" sz="1000"/>
              <a:t>DATETIME</a:t>
            </a:r>
            <a:r>
              <a:rPr lang="fr" sz="1000"/>
              <a:t>, date_update DATETIME);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LOCATION </a:t>
            </a:r>
            <a:r>
              <a:rPr lang="fr" sz="1000"/>
              <a:t>= (</a:t>
            </a:r>
            <a:r>
              <a:rPr b="1" lang="fr" sz="1000" u="sng"/>
              <a:t>id_location</a:t>
            </a:r>
            <a:r>
              <a:rPr lang="fr" sz="1000"/>
              <a:t> INT, location_name VARCHAR(50));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DEPARTEMENT </a:t>
            </a:r>
            <a:r>
              <a:rPr lang="fr" sz="1000"/>
              <a:t>= (</a:t>
            </a:r>
            <a:r>
              <a:rPr b="1" lang="fr" sz="1000" u="sng"/>
              <a:t>id_department</a:t>
            </a:r>
            <a:r>
              <a:rPr lang="fr" sz="1000"/>
              <a:t> INT, department_name VARCHAR(50));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ANALYSIS_REPORT </a:t>
            </a:r>
            <a:r>
              <a:rPr lang="fr" sz="1000"/>
              <a:t>= (</a:t>
            </a:r>
            <a:r>
              <a:rPr b="1" lang="fr" sz="1000" u="sng"/>
              <a:t>id_analysis</a:t>
            </a:r>
            <a:r>
              <a:rPr lang="fr" sz="1000"/>
              <a:t> INT, title VARCHAR(50), date_analysis DATETIME, </a:t>
            </a:r>
            <a:r>
              <a:rPr i="1" lang="fr" sz="1000">
                <a:solidFill>
                  <a:srgbClr val="3C78D8"/>
                </a:solidFill>
              </a:rPr>
              <a:t>#id_document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DATA_TYPE</a:t>
            </a:r>
            <a:r>
              <a:rPr lang="fr" sz="1000"/>
              <a:t> = (</a:t>
            </a:r>
            <a:r>
              <a:rPr b="1" lang="fr" sz="1000" u="sng"/>
              <a:t>id_data_type</a:t>
            </a:r>
            <a:r>
              <a:rPr lang="fr" sz="1000"/>
              <a:t> INT, type_name VARCHAR(50), algorithm_name VARCHAR(1000));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SENSITIVE_DATA </a:t>
            </a:r>
            <a:r>
              <a:rPr lang="fr" sz="1000"/>
              <a:t>= (</a:t>
            </a:r>
            <a:r>
              <a:rPr b="1" lang="fr" sz="1000" u="sng"/>
              <a:t>id_sensitive_data</a:t>
            </a:r>
            <a:r>
              <a:rPr lang="fr" sz="1000"/>
              <a:t> INT, data VARCHAR(250), </a:t>
            </a:r>
            <a:r>
              <a:rPr i="1" lang="fr" sz="1000">
                <a:solidFill>
                  <a:srgbClr val="3C78D8"/>
                </a:solidFill>
              </a:rPr>
              <a:t>#id_analysis</a:t>
            </a:r>
            <a:r>
              <a:rPr lang="fr" sz="1000"/>
              <a:t>, </a:t>
            </a:r>
            <a:r>
              <a:rPr i="1" lang="fr" sz="1000">
                <a:solidFill>
                  <a:srgbClr val="3C78D8"/>
                </a:solidFill>
              </a:rPr>
              <a:t>#id_data_type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PARAMETERS </a:t>
            </a:r>
            <a:r>
              <a:rPr lang="fr" sz="1000"/>
              <a:t>= (</a:t>
            </a:r>
            <a:r>
              <a:rPr b="1" lang="fr" sz="1000" u="sng"/>
              <a:t>id_param</a:t>
            </a:r>
            <a:r>
              <a:rPr lang="fr" sz="1000"/>
              <a:t> INT, param_name VARCHAR(50), </a:t>
            </a:r>
            <a:r>
              <a:rPr i="1" lang="fr" sz="1000">
                <a:solidFill>
                  <a:srgbClr val="3C78D8"/>
                </a:solidFill>
              </a:rPr>
              <a:t>#id_data_type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EMPLOYEE</a:t>
            </a:r>
            <a:r>
              <a:rPr lang="fr" sz="1000"/>
              <a:t> = (</a:t>
            </a:r>
            <a:r>
              <a:rPr b="1" lang="fr" sz="1000" u="sng"/>
              <a:t>id_employe</a:t>
            </a:r>
            <a:r>
              <a:rPr lang="fr" sz="1000"/>
              <a:t> INT, firstname VARCHAR(50), lastname VARCHAR(50), birthday DATE, address VARCHAR(50), mail VARCHAR(50), phone VARCHAR(50), score INT, password VARCHAR(50), </a:t>
            </a:r>
            <a:r>
              <a:rPr i="1" lang="fr" sz="1000">
                <a:solidFill>
                  <a:srgbClr val="3C78D8"/>
                </a:solidFill>
              </a:rPr>
              <a:t>#id_location</a:t>
            </a:r>
            <a:r>
              <a:rPr lang="fr" sz="1000"/>
              <a:t>, </a:t>
            </a:r>
            <a:r>
              <a:rPr i="1" lang="fr" sz="1000">
                <a:solidFill>
                  <a:srgbClr val="3C78D8"/>
                </a:solidFill>
              </a:rPr>
              <a:t>#id_department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ACCESS</a:t>
            </a:r>
            <a:r>
              <a:rPr lang="fr" sz="1000"/>
              <a:t> = (</a:t>
            </a:r>
            <a:r>
              <a:rPr b="1" lang="fr" sz="1000" u="sng"/>
              <a:t>id_access</a:t>
            </a:r>
            <a:r>
              <a:rPr lang="fr" sz="1000"/>
              <a:t> INT, can_view LOGICAL, can_create LOGICAL, can_update LOGICAL, can_delete LOGICAL</a:t>
            </a:r>
            <a:r>
              <a:rPr i="1" lang="fr" sz="1000">
                <a:solidFill>
                  <a:srgbClr val="3C78D8"/>
                </a:solidFill>
              </a:rPr>
              <a:t>,</a:t>
            </a:r>
            <a:r>
              <a:rPr lang="fr" sz="1000"/>
              <a:t> </a:t>
            </a:r>
            <a:r>
              <a:rPr i="1" lang="fr" sz="1000">
                <a:solidFill>
                  <a:srgbClr val="3C78D8"/>
                </a:solidFill>
              </a:rPr>
              <a:t>#id_data_type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produces</a:t>
            </a:r>
            <a:r>
              <a:rPr lang="fr" sz="1000"/>
              <a:t> = (</a:t>
            </a:r>
            <a:r>
              <a:rPr b="1" i="1" lang="fr" sz="1000" u="sng">
                <a:solidFill>
                  <a:srgbClr val="3C78D8"/>
                </a:solidFill>
              </a:rPr>
              <a:t>#id_employe</a:t>
            </a:r>
            <a:r>
              <a:rPr b="1" lang="fr" sz="1000">
                <a:solidFill>
                  <a:srgbClr val="3C78D8"/>
                </a:solidFill>
              </a:rPr>
              <a:t>, </a:t>
            </a:r>
            <a:r>
              <a:rPr b="1" i="1" lang="fr" sz="1000" u="sng">
                <a:solidFill>
                  <a:srgbClr val="3C78D8"/>
                </a:solidFill>
              </a:rPr>
              <a:t>#id_document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f</a:t>
            </a:r>
            <a:r>
              <a:rPr b="1" lang="fr" sz="1000"/>
              <a:t>ind</a:t>
            </a:r>
            <a:r>
              <a:rPr b="1" lang="fr" sz="1000"/>
              <a:t>s</a:t>
            </a:r>
            <a:r>
              <a:rPr lang="fr" sz="1000"/>
              <a:t> = (</a:t>
            </a:r>
            <a:r>
              <a:rPr b="1" i="1" lang="fr" sz="1000" u="sng">
                <a:solidFill>
                  <a:srgbClr val="3C78D8"/>
                </a:solidFill>
              </a:rPr>
              <a:t>#id_location</a:t>
            </a:r>
            <a:r>
              <a:rPr b="1" i="1" lang="fr" sz="1000">
                <a:solidFill>
                  <a:srgbClr val="3C78D8"/>
                </a:solidFill>
              </a:rPr>
              <a:t>, </a:t>
            </a:r>
            <a:r>
              <a:rPr b="1" i="1" lang="fr" sz="1000" u="sng">
                <a:solidFill>
                  <a:srgbClr val="3C78D8"/>
                </a:solidFill>
              </a:rPr>
              <a:t>#id_department</a:t>
            </a:r>
            <a:r>
              <a:rPr lang="fr" sz="1000"/>
              <a:t>);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/>
              <a:t>links</a:t>
            </a:r>
            <a:r>
              <a:rPr lang="fr" sz="1000"/>
              <a:t> = (</a:t>
            </a:r>
            <a:r>
              <a:rPr b="1" i="1" lang="fr" sz="1000" u="sng">
                <a:solidFill>
                  <a:srgbClr val="3C78D8"/>
                </a:solidFill>
              </a:rPr>
              <a:t>#id_department</a:t>
            </a:r>
            <a:r>
              <a:rPr b="1" i="1" lang="fr" sz="1000">
                <a:solidFill>
                  <a:srgbClr val="3C78D8"/>
                </a:solidFill>
              </a:rPr>
              <a:t>, </a:t>
            </a:r>
            <a:r>
              <a:rPr b="1" i="1" lang="fr" sz="1000" u="sng">
                <a:solidFill>
                  <a:srgbClr val="3C78D8"/>
                </a:solidFill>
              </a:rPr>
              <a:t>#id_access</a:t>
            </a:r>
            <a:r>
              <a:rPr lang="fr" sz="1000"/>
              <a:t>);</a:t>
            </a:r>
            <a:endParaRPr sz="1000"/>
          </a:p>
        </p:txBody>
      </p:sp>
      <p:sp>
        <p:nvSpPr>
          <p:cNvPr id="454" name="Google Shape;454;p30"/>
          <p:cNvSpPr txBox="1"/>
          <p:nvPr>
            <p:ph type="title"/>
          </p:nvPr>
        </p:nvSpPr>
        <p:spPr>
          <a:xfrm>
            <a:off x="0" y="140225"/>
            <a:ext cx="914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 relationnel de données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"/>
          <p:cNvSpPr txBox="1"/>
          <p:nvPr>
            <p:ph type="title"/>
          </p:nvPr>
        </p:nvSpPr>
        <p:spPr>
          <a:xfrm>
            <a:off x="0" y="0"/>
            <a:ext cx="9144000" cy="11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Algorithmes de recherche de fuites de données</a:t>
            </a:r>
            <a:endParaRPr/>
          </a:p>
        </p:txBody>
      </p:sp>
      <p:sp>
        <p:nvSpPr>
          <p:cNvPr id="460" name="Google Shape;460;p31"/>
          <p:cNvSpPr txBox="1"/>
          <p:nvPr/>
        </p:nvSpPr>
        <p:spPr>
          <a:xfrm>
            <a:off x="722100" y="1169700"/>
            <a:ext cx="769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Mots spécifiques : algorithme Boyer-Moore / méthode “in” et “finds” de Python 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Complexité cas moyen : Algo BM : O(n / m), in et finds : O(n) , autres algorithmes :  algorithme naïf (O(n))</a:t>
            </a:r>
            <a:r>
              <a:rPr lang="fr" sz="1000">
                <a:solidFill>
                  <a:srgbClr val="0E0E0E"/>
                </a:solidFill>
              </a:rPr>
              <a:t> </a:t>
            </a: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ou algorithme de Rabin-Karp (O(n + m))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61" name="Google Shape;4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400" y="2098525"/>
            <a:ext cx="5469955" cy="2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>
            <p:ph type="title"/>
          </p:nvPr>
        </p:nvSpPr>
        <p:spPr>
          <a:xfrm>
            <a:off x="0" y="0"/>
            <a:ext cx="9144000" cy="11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Algorithmes de recherche de fuites de données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235225" y="705950"/>
            <a:ext cx="7699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Bibliothèque d’expressions régulières “re” de Python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Complexité : O(n)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Numéro de téléphone (et validité) : bibliothèque “phonenumbers”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68" name="Google Shape;4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200" y="2183450"/>
            <a:ext cx="5007601" cy="285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/>
          <p:nvPr>
            <p:ph type="title"/>
          </p:nvPr>
        </p:nvSpPr>
        <p:spPr>
          <a:xfrm>
            <a:off x="0" y="0"/>
            <a:ext cx="9144000" cy="11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Algorithmes de recherche de fuites de données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722100" y="1169700"/>
            <a:ext cx="7699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Numéros de cartes bancaires : algorithme de Luhn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Complexité : O(n)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Métadonnées : bibliothèque “pdfminer”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	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-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Algorithme d'apprentissage automatique (Isolation forest)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 txBox="1"/>
          <p:nvPr/>
        </p:nvSpPr>
        <p:spPr>
          <a:xfrm>
            <a:off x="295925" y="1085075"/>
            <a:ext cx="753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.pdf ( lisible / non-lisible avec utilisation de l’OCR)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.odt ( et ses variantes : .doc / .docx, etc.)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.txt ( .rtf et .md également)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.xlsx ( et ses variantes : .ods, .xls, etc.)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fr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.eml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0" name="Google Shape;480;p34"/>
          <p:cNvSpPr txBox="1"/>
          <p:nvPr>
            <p:ph type="title"/>
          </p:nvPr>
        </p:nvSpPr>
        <p:spPr>
          <a:xfrm>
            <a:off x="0" y="140225"/>
            <a:ext cx="914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Format des documents utilisés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